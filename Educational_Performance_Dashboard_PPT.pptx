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Educational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Power BI Project</a:t>
            </a:r>
          </a:p>
          <a:p>
            <a:r>
              <a:t>GORREPATI VAMSHI KRISHNA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analyzes student performance data using Power BI and interactive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 performance, compare scores by gender, visualize trends, and build dashboards.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Dataset: StudentsPerformance.csv</a:t>
            </a:r>
          </a:p>
          <a:p>
            <a:r>
              <a:t>Contains gender, math, reading, writing scores and related attributes.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pic>
        <p:nvPicPr>
          <p:cNvPr id="3" name="Picture 2" descr="Screenshot 2026-05-31 113911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731520"/>
            <a:ext cx="8229600" cy="455837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Female students slightly outperformed males in reading and writing. Reading score average is highest.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Desktop, CSV Dataset, Data Visualization.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provides meaningful insights into student performance and supports data-driven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